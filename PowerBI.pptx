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5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44C40-8F64-46F7-BD4D-60216E9AC0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05E4BB-7ACA-4872-B3DB-2ABE1ECC70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BACF4D-1A2B-4257-801A-51FC789B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96B3-EEEB-4EDB-AA9A-CB0DAF98AAE8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CDD975-F8AF-4B5F-ABC8-1BBD7EB70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CB92CC-1B4F-46E3-AC5A-238716638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529C-CAEE-4223-9095-BC04CA0FC4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53809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E396B-F6AD-47A3-8C63-9429D3093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B506A6-02A1-420D-9715-DA6C65B5FA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B8C25-C327-4312-B89D-7312E906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96B3-EEEB-4EDB-AA9A-CB0DAF98AAE8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B9137E-592E-4482-877D-5BEF5F4F9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D14549-1258-4E61-8A06-0F7C40D21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529C-CAEE-4223-9095-BC04CA0FC4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8501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83E59-A9F7-4F45-91FA-AEBE9748B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B6377C-A2F2-4A17-B53D-DE9A76E9B8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3472A2-61D9-4505-9E0D-C4659C64E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96B3-EEEB-4EDB-AA9A-CB0DAF98AAE8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CEC98D-CCF1-49FC-B1C4-F6F6FBA3E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11B5E-CD56-47E7-9029-9E7F2DEAF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529C-CAEE-4223-9095-BC04CA0FC4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87677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396BF-0D0C-45A2-8010-A2E0362D6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C8A33-D974-47C2-8AF2-424D4D547A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828DE9-622C-4B6E-B455-A663325BEF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6F6707-0095-455D-96DD-3358EBDD6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96B3-EEEB-4EDB-AA9A-CB0DAF98AAE8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BE3AA-F650-43E9-A3D4-D170B5170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6BAB50-0B65-469B-8B8E-99A1A1933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529C-CAEE-4223-9095-BC04CA0FC4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585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78F09-BAF9-4CB2-80FE-7F8646CDA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0B50F-06AB-4BED-80CB-111761A335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4C8EA-E155-4995-875F-5A706F1C27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E27398-3F36-4F9A-A786-9EC5885DB7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173C86-D02C-4E8E-A788-80BE4B6DFF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C76921-7A99-45F2-A2ED-6D47B9D7F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96B3-EEEB-4EDB-AA9A-CB0DAF98AAE8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E40B29-D9BF-423B-B8E8-AB19BB807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78B795-4D2C-425E-A51A-FE533C53A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529C-CAEE-4223-9095-BC04CA0FC4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2155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3946D-63C9-4DD7-863E-ADA767A1A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1B3AC3-762B-4E84-B307-CFC76FE8A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96B3-EEEB-4EDB-AA9A-CB0DAF98AAE8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88BFA3-9546-4332-925F-2EEC44862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DB1CB7-4A76-47F3-A20E-83A96A061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529C-CAEE-4223-9095-BC04CA0FC4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900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DD9ACD-E745-4B77-BFA9-37F7C9938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96B3-EEEB-4EDB-AA9A-CB0DAF98AAE8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3FE792-FCF0-4766-B650-17BFC9C31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01B780-4067-4456-906A-A1BF161B5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529C-CAEE-4223-9095-BC04CA0FC4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26643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2967A-59A2-442E-8797-0FE7A99FC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DB45C-A1F9-460E-A6FF-55F5163208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A7DFF3-2829-477E-B594-971C8E154D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5B15A6-69B6-419E-9038-763EB4E83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96B3-EEEB-4EDB-AA9A-CB0DAF98AAE8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30535F-AE62-46D1-8D15-C370FA640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0977C8-86A8-4D9E-9D59-CE02D17C0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529C-CAEE-4223-9095-BC04CA0FC4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4525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1137C-D52C-4A7A-A522-80807A1E1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1030FB-63FF-44A6-8A57-823A6B661C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987A78-7AA5-4F5C-8F8D-3F4700FF1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C8F00F-7F18-4E56-87C8-2ED24B3CF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96B3-EEEB-4EDB-AA9A-CB0DAF98AAE8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67B28C-B3E8-4A0A-AFE6-D8A783F3B8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42135F-4A38-4ACA-A069-055B9FD74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529C-CAEE-4223-9095-BC04CA0FC4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9995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2187-6804-42DB-A476-0940268A8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C8AB3C-3DA5-4CB1-B39E-D47E439B76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806873-B1FE-4D67-9699-269133AC6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96B3-EEEB-4EDB-AA9A-CB0DAF98AAE8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F2DA6C-9600-4F9C-BACC-0D31E540F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62BFF-280E-475C-9C47-E442D5BF2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529C-CAEE-4223-9095-BC04CA0FC4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9994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99C98B-0346-477A-9ABE-4A937819A9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CD2397-AEF5-43B9-9257-76AF99F584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9F461-AAD7-4015-B268-139BDA58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96B3-EEEB-4EDB-AA9A-CB0DAF98AAE8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12CC8-2D2E-4686-BACD-F56E6CF79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3F6B62-1335-4D46-A1A9-54E080C27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529C-CAEE-4223-9095-BC04CA0FC4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89651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DBBFB7-21F8-48CC-98AA-B5D7CDB4F8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4D4612-5BEE-4AD5-82CC-C4C93856BB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C6796-5891-4614-AF25-16C365E5B2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7496B3-EEEB-4EDB-AA9A-CB0DAF98AAE8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02C58-E2A9-4389-A8AC-076387CEB0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28251-A778-4B6B-A88B-B3698B38C5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D529C-CAEE-4223-9095-BC04CA0FC4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8059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4D5E340-8BFA-4960-AEAC-EF305B55FE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5859"/>
            <a:ext cx="2678594" cy="1488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6EF429-1BAA-4C5E-BCD6-D5B89D8739B1}"/>
              </a:ext>
            </a:extLst>
          </p:cNvPr>
          <p:cNvSpPr txBox="1"/>
          <p:nvPr/>
        </p:nvSpPr>
        <p:spPr>
          <a:xfrm>
            <a:off x="318018" y="1715984"/>
            <a:ext cx="6249037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Introduction</a:t>
            </a:r>
          </a:p>
          <a:p>
            <a:endParaRPr lang="en-US" dirty="0"/>
          </a:p>
          <a:p>
            <a:r>
              <a:rPr lang="en-US" sz="16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Power BI is Microsoft's business analytics platform that helps you turn data into actionable insights. Whether you're a business user, report creator, or developer, Power BI offers integrated tools and services to connect, visualize, and share data across your </a:t>
            </a:r>
            <a:r>
              <a:rPr lang="en-US" sz="1600" b="0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organisation</a:t>
            </a:r>
            <a:r>
              <a:rPr lang="en-US" sz="16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.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C2239B-66DD-4EF1-B9C1-461C1552E8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0187" y="3211081"/>
            <a:ext cx="5090623" cy="338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298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CB41E-9088-4317-9FA6-E6F87B2F4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 Overview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E8B6E-1348-4B4F-B873-5983E10AB8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31089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D9B4B-EBE3-44E3-993A-98D130D1B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SWOT Analysis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65858-C0F1-4C4C-B822-4FA35DC3AE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3419" y="1856044"/>
            <a:ext cx="4440381" cy="432506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Weaknesses</a:t>
            </a:r>
          </a:p>
          <a:p>
            <a:r>
              <a:rPr lang="en-GB" sz="1200" dirty="0"/>
              <a:t>Learning curve for DAX and modelling</a:t>
            </a:r>
            <a:br>
              <a:rPr lang="en-GB" sz="1200" dirty="0"/>
            </a:br>
            <a:r>
              <a:rPr lang="en-GB" sz="900" dirty="0"/>
              <a:t>Beginners often struggle with relationships, star schemas, and DAX </a:t>
            </a:r>
            <a:r>
              <a:rPr lang="en-GB" sz="900"/>
              <a:t>functions.</a:t>
            </a:r>
          </a:p>
          <a:p>
            <a:endParaRPr lang="en-GB" sz="12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C07239C-CCD1-4855-91F4-17A1DBF2C161}"/>
              </a:ext>
            </a:extLst>
          </p:cNvPr>
          <p:cNvSpPr txBox="1">
            <a:spLocks/>
          </p:cNvSpPr>
          <p:nvPr/>
        </p:nvSpPr>
        <p:spPr>
          <a:xfrm>
            <a:off x="941116" y="1856045"/>
            <a:ext cx="4337465" cy="43785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Strengths</a:t>
            </a:r>
          </a:p>
          <a:p>
            <a:r>
              <a:rPr lang="en-US" sz="1200" dirty="0"/>
              <a:t>Deep integration with Microsoft ecosystem</a:t>
            </a:r>
            <a:br>
              <a:rPr lang="en-US" sz="1200" dirty="0"/>
            </a:br>
            <a:r>
              <a:rPr lang="en-US" sz="900" i="1" dirty="0"/>
              <a:t>Works seamlessly with Excel, Azure, SQL Server, Teams, SharePoint, and Office 365</a:t>
            </a:r>
          </a:p>
          <a:p>
            <a:r>
              <a:rPr lang="en-US" sz="1200" dirty="0"/>
              <a:t>Cost Effective</a:t>
            </a:r>
            <a:br>
              <a:rPr lang="en-US" sz="1200" dirty="0"/>
            </a:br>
            <a:r>
              <a:rPr lang="en-US" sz="900" i="1" dirty="0"/>
              <a:t>Power BI is free, and Pro licensing is relative inexpensive compared to Tableau or Qlik.</a:t>
            </a:r>
          </a:p>
          <a:p>
            <a:r>
              <a:rPr lang="en-US" sz="1200" dirty="0"/>
              <a:t>Strong data modelling capabilities</a:t>
            </a:r>
            <a:br>
              <a:rPr lang="en-US" sz="1200" dirty="0"/>
            </a:br>
            <a:r>
              <a:rPr lang="en-US" sz="1000" i="1" dirty="0"/>
              <a:t>Uses DAX and Power Query, enabling robust </a:t>
            </a:r>
            <a:r>
              <a:rPr lang="en-US" sz="900" i="1" dirty="0"/>
              <a:t>transformations</a:t>
            </a:r>
            <a:r>
              <a:rPr lang="en-US" sz="1000" i="1" dirty="0"/>
              <a:t> and analytics.</a:t>
            </a:r>
          </a:p>
          <a:p>
            <a:r>
              <a:rPr lang="en-US" sz="1200" dirty="0"/>
              <a:t>Frequent Updates</a:t>
            </a:r>
            <a:br>
              <a:rPr lang="en-US" sz="1000" i="1" dirty="0"/>
            </a:br>
            <a:r>
              <a:rPr lang="en-US" sz="1000" i="1" dirty="0"/>
              <a:t>Monthly enhancements </a:t>
            </a:r>
            <a:r>
              <a:rPr lang="en-US" sz="900" i="1" dirty="0"/>
              <a:t>keeping</a:t>
            </a:r>
            <a:r>
              <a:rPr lang="en-US" sz="1000" i="1" dirty="0"/>
              <a:t> the platform modern and competitive.</a:t>
            </a:r>
          </a:p>
          <a:p>
            <a:r>
              <a:rPr lang="en-US" sz="1200" dirty="0"/>
              <a:t>Large community &amp; learning resources</a:t>
            </a:r>
            <a:br>
              <a:rPr lang="en-US" sz="1200" dirty="0"/>
            </a:br>
            <a:r>
              <a:rPr lang="en-US" sz="900" dirty="0"/>
              <a:t>Huge user base, tutorials, forums, templates, and community visuals.</a:t>
            </a:r>
          </a:p>
          <a:p>
            <a:r>
              <a:rPr lang="en-US" sz="1200" dirty="0"/>
              <a:t>AI-powered features</a:t>
            </a:r>
            <a:br>
              <a:rPr lang="en-US" sz="1200" dirty="0"/>
            </a:br>
            <a:r>
              <a:rPr lang="en-US" sz="900" dirty="0"/>
              <a:t>Smart narratives, Q&amp;A natural language queries, automated insights.</a:t>
            </a:r>
            <a:endParaRPr lang="en-US" sz="1200" dirty="0"/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5895209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182</Words>
  <Application>Microsoft Office PowerPoint</Application>
  <PresentationFormat>Widescreen</PresentationFormat>
  <Paragraphs>14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Segoe UI</vt:lpstr>
      <vt:lpstr>Office Theme</vt:lpstr>
      <vt:lpstr>PowerPoint Presentation</vt:lpstr>
      <vt:lpstr>Product Overview</vt:lpstr>
      <vt:lpstr>SWOT Analysis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3</cp:revision>
  <dcterms:created xsi:type="dcterms:W3CDTF">2026-02-19T11:20:50Z</dcterms:created>
  <dcterms:modified xsi:type="dcterms:W3CDTF">2026-02-19T11:38:02Z</dcterms:modified>
</cp:coreProperties>
</file>